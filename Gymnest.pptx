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3"/>
  </p:handoutMasterIdLst>
  <p:sldIdLst>
    <p:sldId id="312" r:id="rId3"/>
    <p:sldId id="304" r:id="rId5"/>
    <p:sldId id="307" r:id="rId6"/>
    <p:sldId id="281" r:id="rId7"/>
    <p:sldId id="282" r:id="rId8"/>
    <p:sldId id="314" r:id="rId9"/>
    <p:sldId id="315" r:id="rId10"/>
    <p:sldId id="321" r:id="rId11"/>
    <p:sldId id="297" r:id="rId12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0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3B4B98B0-60AC-42C2-AFA5-B58CD77FA1E5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5388" autoAdjust="0"/>
  </p:normalViewPr>
  <p:slideViewPr>
    <p:cSldViewPr snapToGrid="0" snapToObjects="1" showGuides="1">
      <p:cViewPr>
        <p:scale>
          <a:sx n="75" d="100"/>
          <a:sy n="75" d="100"/>
        </p:scale>
        <p:origin x="735" y="-99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customXml" Target="../customXml/item3.xml"/><Relationship Id="rId18" Type="http://schemas.openxmlformats.org/officeDocument/2006/relationships/customXml" Target="../customXml/item2.xml"/><Relationship Id="rId17" Type="http://schemas.openxmlformats.org/officeDocument/2006/relationships/customXml" Target="../customXml/item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/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/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/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/>
            <p:cNvSpPr/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/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/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/>
            <p:cNvSpPr/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/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345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/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/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/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/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/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/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/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345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/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/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/>
          <p:cNvSpPr/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en-US" dirty="0"/>
          </a:p>
        </p:txBody>
      </p:sp>
      <p:sp>
        <p:nvSpPr>
          <p:cNvPr id="31" name="Freeform 70"/>
          <p:cNvSpPr/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en-US" dirty="0"/>
          </a:p>
        </p:txBody>
      </p:sp>
      <p:sp>
        <p:nvSpPr>
          <p:cNvPr id="33" name="Image 4"/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8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1" name="Image 0"/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/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/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2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345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/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/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/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/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/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9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23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210" indent="-283210">
              <a:spcBef>
                <a:spcPts val="1000"/>
              </a:spcBef>
              <a:defRPr sz="1800"/>
            </a:lvl2pPr>
            <a:lvl3pPr marL="283210" indent="-283210">
              <a:spcBef>
                <a:spcPts val="1000"/>
              </a:spcBef>
              <a:defRPr sz="1800"/>
            </a:lvl3pPr>
            <a:lvl4pPr marL="283210" indent="-283210">
              <a:spcBef>
                <a:spcPts val="1000"/>
              </a:spcBef>
              <a:defRPr sz="1800"/>
            </a:lvl4pPr>
            <a:lvl5pPr marL="283210" indent="-28321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5" name="Content Placeholder 5"/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210" indent="-283210">
              <a:spcBef>
                <a:spcPts val="1000"/>
              </a:spcBef>
              <a:defRPr sz="1800"/>
            </a:lvl2pPr>
            <a:lvl3pPr marL="283210" indent="-283210">
              <a:spcBef>
                <a:spcPts val="1000"/>
              </a:spcBef>
              <a:defRPr sz="1800"/>
            </a:lvl3pPr>
            <a:lvl4pPr marL="283210" indent="-283210">
              <a:spcBef>
                <a:spcPts val="1000"/>
              </a:spcBef>
              <a:defRPr sz="1800"/>
            </a:lvl4pPr>
            <a:lvl5pPr marL="283210" indent="-28321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/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490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690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890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21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210">
              <a:spcBef>
                <a:spcPts val="1000"/>
              </a:spcBef>
              <a:defRPr sz="1800"/>
            </a:lvl2pPr>
            <a:lvl3pPr indent="-283210">
              <a:spcBef>
                <a:spcPts val="1000"/>
              </a:spcBef>
              <a:defRPr sz="1800"/>
            </a:lvl3pPr>
            <a:lvl4pPr indent="-283210">
              <a:spcBef>
                <a:spcPts val="1000"/>
              </a:spcBef>
              <a:defRPr sz="1800"/>
            </a:lvl4pPr>
            <a:lvl5pPr indent="-28321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  <a:endParaRPr lang="en-US" dirty="0"/>
          </a:p>
        </p:txBody>
      </p:sp>
      <p:grpSp>
        <p:nvGrpSpPr>
          <p:cNvPr id="32" name="Group 31"/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/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/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/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/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/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/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/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/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345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/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/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4" name="Text Placeholder 54"/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0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>
            <a:fillRect/>
          </a:stretch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49" name="Freeform 48"/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8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7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pic>
        <p:nvPicPr>
          <p:cNvPr id="43" name="Graphic 42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>
            <a:fillRect/>
          </a:stretch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>
            <a:fillRect/>
          </a:stretch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/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/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4" name="Content Placeholder 5"/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6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/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/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5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/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/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/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/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/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/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345" indent="-347345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345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345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345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345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hyperlink" Target="mailto:sakshi.24scse1180734@galgotiasuniversity.ac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99155" y="113632"/>
            <a:ext cx="6392421" cy="3831221"/>
          </a:xfrm>
        </p:spPr>
        <p:txBody>
          <a:bodyPr anchor="ctr"/>
          <a:lstStyle/>
          <a:p>
            <a:r>
              <a:rPr lang="en-US" sz="7200" dirty="0"/>
              <a:t>Gymnest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912388" y="26133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/>
              <a:t>Java GUI Gym Management System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Project Overview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850" y="2586462"/>
            <a:ext cx="6583680" cy="3207344"/>
          </a:xfrm>
        </p:spPr>
        <p:txBody>
          <a:bodyPr>
            <a:normAutofit fontScale="82500"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 err="1"/>
              <a:t>Gymnest</a:t>
            </a:r>
            <a:r>
              <a:rPr lang="en-US" dirty="0"/>
              <a:t> is a Java-based Gym Management System with a modern Swing GUI.</a:t>
            </a:r>
            <a:endParaRPr lang="en-US" dirty="0"/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User login with MySQL authentication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 Clean and modular file structure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 Prepared for future enhancements (member tracking, reporting, etc.)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TECHNOLOGY USED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3"/>
          </p:nvPr>
        </p:nvSpPr>
        <p:spPr>
          <a:xfrm>
            <a:off x="561975" y="812800"/>
            <a:ext cx="6903076" cy="7264399"/>
          </a:xfrm>
        </p:spPr>
        <p:txBody>
          <a:bodyPr/>
          <a:lstStyle/>
          <a:p>
            <a:endParaRPr lang="en-US" sz="4000" dirty="0"/>
          </a:p>
          <a:p>
            <a:r>
              <a:rPr lang="en-US" sz="4000" dirty="0"/>
              <a:t>- (Swing for GUI)</a:t>
            </a:r>
            <a:endParaRPr lang="en-US" sz="4000" dirty="0"/>
          </a:p>
          <a:p>
            <a:r>
              <a:rPr lang="en-US" sz="4000" dirty="0"/>
              <a:t>- MySQL (Database Java)</a:t>
            </a:r>
            <a:endParaRPr lang="en-US" sz="4000" dirty="0"/>
          </a:p>
          <a:p>
            <a:r>
              <a:rPr lang="en-US" sz="4000" dirty="0"/>
              <a:t>- JDBC (Connectivity)</a:t>
            </a:r>
            <a:endParaRPr lang="en-US" sz="4000" dirty="0"/>
          </a:p>
          <a:p>
            <a:r>
              <a:rPr lang="en-US" sz="4000" dirty="0"/>
              <a:t>- MVC-style modular code</a:t>
            </a:r>
            <a:endParaRPr lang="en-US" sz="4000" dirty="0"/>
          </a:p>
          <a:p>
            <a:r>
              <a:rPr lang="en-US" sz="4000" dirty="0"/>
              <a:t>- Manual file setup, no GUI builders</a:t>
            </a:r>
            <a:endParaRPr lang="en-US" sz="4000" dirty="0"/>
          </a:p>
          <a:p>
            <a:endParaRPr lang="en-US" dirty="0"/>
          </a:p>
        </p:txBody>
      </p:sp>
      <p:pic>
        <p:nvPicPr>
          <p:cNvPr id="22" name="Picture Placeholder 21" descr="Coffee with solid fill"/>
          <p:cNvPicPr>
            <a:picLocks noGrp="1" noChangeAspect="1"/>
          </p:cNvPicPr>
          <p:nvPr>
            <p:ph type="pic" sz="quarter" idx="14"/>
          </p:nvPr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632" r="3632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r>
              <a:rPr lang="en-US" dirty="0"/>
              <a:t>Project Folder Structure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914400" y="3194050"/>
            <a:ext cx="5259554" cy="3333750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Gymnest/</a:t>
            </a:r>
            <a:endParaRPr lang="en-US" dirty="0"/>
          </a:p>
          <a:p>
            <a:r>
              <a:rPr lang="en-US" dirty="0"/>
              <a:t>├── </a:t>
            </a:r>
            <a:r>
              <a:rPr lang="en-US" dirty="0" err="1"/>
              <a:t>src</a:t>
            </a:r>
            <a:r>
              <a:rPr lang="en-US" dirty="0"/>
              <a:t>/</a:t>
            </a:r>
            <a:endParaRPr lang="en-US" dirty="0"/>
          </a:p>
          <a:p>
            <a:r>
              <a:rPr lang="en-US" dirty="0"/>
              <a:t>│   ├── </a:t>
            </a:r>
            <a:r>
              <a:rPr lang="en-US" dirty="0" err="1"/>
              <a:t>db</a:t>
            </a:r>
            <a:r>
              <a:rPr lang="en-US" dirty="0"/>
              <a:t>/</a:t>
            </a:r>
            <a:endParaRPr lang="en-US" dirty="0"/>
          </a:p>
          <a:p>
            <a:r>
              <a:rPr lang="en-US" dirty="0"/>
              <a:t>│   ├── model/</a:t>
            </a:r>
            <a:endParaRPr lang="en-US" dirty="0"/>
          </a:p>
          <a:p>
            <a:r>
              <a:rPr lang="en-US" dirty="0"/>
              <a:t>│   ├── </a:t>
            </a:r>
            <a:r>
              <a:rPr lang="en-US" dirty="0" err="1"/>
              <a:t>ui</a:t>
            </a:r>
            <a:r>
              <a:rPr lang="en-US" dirty="0"/>
              <a:t>/</a:t>
            </a:r>
            <a:endParaRPr lang="en-US" dirty="0"/>
          </a:p>
          <a:p>
            <a:r>
              <a:rPr lang="en-US" dirty="0"/>
              <a:t>│   └── main/</a:t>
            </a:r>
            <a:endParaRPr lang="en-US" dirty="0"/>
          </a:p>
          <a:p>
            <a:r>
              <a:rPr lang="en-US" dirty="0"/>
              <a:t>├── lib/</a:t>
            </a:r>
            <a:endParaRPr lang="en-US" dirty="0"/>
          </a:p>
          <a:p>
            <a:r>
              <a:rPr lang="en-US" dirty="0"/>
              <a:t>├── assets/</a:t>
            </a:r>
            <a:endParaRPr lang="en-US" dirty="0"/>
          </a:p>
          <a:p>
            <a:r>
              <a:rPr lang="en-US" dirty="0"/>
              <a:t>└── README.md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Placeholder 5" descr="A person holding a microphone and standing in front of a group of people"/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1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>
            <a:fillRect/>
          </a:stretch>
        </p:blipFill>
        <p:spPr>
          <a:xfrm>
            <a:off x="7414194" y="410780"/>
            <a:ext cx="4344695" cy="644722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MySQL Database Setup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460565" y="1809750"/>
            <a:ext cx="7965460" cy="4648200"/>
          </a:xfrm>
        </p:spPr>
        <p:txBody>
          <a:bodyPr/>
          <a:lstStyle/>
          <a:p>
            <a:r>
              <a:rPr lang="en-US" sz="2400" dirty="0"/>
              <a:t>Database: </a:t>
            </a:r>
            <a:r>
              <a:rPr lang="en-US" sz="2400" dirty="0" err="1"/>
              <a:t>smartgym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Table: users</a:t>
            </a:r>
            <a:endParaRPr lang="en-US" sz="2400" dirty="0"/>
          </a:p>
          <a:p>
            <a:r>
              <a:rPr lang="en-US" sz="2400" dirty="0"/>
              <a:t> id INT (PK)</a:t>
            </a:r>
            <a:endParaRPr lang="en-US" sz="2400" dirty="0"/>
          </a:p>
          <a:p>
            <a:r>
              <a:rPr lang="en-US" sz="2400" dirty="0"/>
              <a:t> username VARCHAR</a:t>
            </a:r>
            <a:endParaRPr lang="en-US" sz="2400" dirty="0"/>
          </a:p>
          <a:p>
            <a:r>
              <a:rPr lang="en-US" sz="2400" dirty="0"/>
              <a:t> password VARCHAR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Sample Entry:</a:t>
            </a:r>
            <a:endParaRPr lang="en-US" sz="2400" dirty="0"/>
          </a:p>
          <a:p>
            <a:r>
              <a:rPr lang="en-US" sz="2400" dirty="0"/>
              <a:t>INSERT INTO users VALUES ('admin', 'admin123');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3359" y="529033"/>
            <a:ext cx="7043617" cy="2520217"/>
          </a:xfrm>
        </p:spPr>
        <p:txBody>
          <a:bodyPr/>
          <a:lstStyle/>
          <a:p>
            <a:r>
              <a:rPr lang="en-US" dirty="0"/>
              <a:t>Login UI Snapshot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4091758" y="3056850"/>
            <a:ext cx="7043618" cy="3459500"/>
          </a:xfrm>
        </p:spPr>
        <p:txBody>
          <a:bodyPr/>
          <a:lstStyle/>
          <a:p>
            <a:r>
              <a:rPr lang="en-US" dirty="0"/>
              <a:t>Basic Login interface with username and password fields.</a:t>
            </a:r>
            <a:endParaRPr lang="en-US" dirty="0"/>
          </a:p>
          <a:p>
            <a:endParaRPr lang="en-US" dirty="0"/>
          </a:p>
          <a:p>
            <a:r>
              <a:rPr lang="en-US" dirty="0"/>
              <a:t>Validates using JDBC with database.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How to Compile and Run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4" name="Content Placeholder 6"/>
          <p:cNvSpPr>
            <a:spLocks noGrp="1"/>
          </p:cNvSpPr>
          <p:nvPr>
            <p:ph sz="half" idx="2"/>
          </p:nvPr>
        </p:nvSpPr>
        <p:spPr>
          <a:xfrm>
            <a:off x="641350" y="2303463"/>
            <a:ext cx="7575550" cy="3719512"/>
          </a:xfrm>
        </p:spPr>
        <p:txBody>
          <a:bodyPr>
            <a:normAutofit/>
          </a:bodyPr>
          <a:lstStyle/>
          <a:p>
            <a:r>
              <a:rPr lang="en-US" sz="2400" dirty="0"/>
              <a:t>1. Install MySQL and configure credentials.</a:t>
            </a:r>
            <a:endParaRPr lang="en-US" sz="2400" dirty="0"/>
          </a:p>
          <a:p>
            <a:r>
              <a:rPr lang="en-US" sz="2400" dirty="0"/>
              <a:t>2. Add MySQL JDBC JAR to lib/ folder.</a:t>
            </a:r>
            <a:endParaRPr lang="en-US" sz="2400" dirty="0"/>
          </a:p>
          <a:p>
            <a:r>
              <a:rPr lang="en-US" sz="2400" dirty="0"/>
              <a:t>3. Compile:</a:t>
            </a:r>
            <a:endParaRPr lang="en-US" sz="2400" dirty="0"/>
          </a:p>
          <a:p>
            <a:r>
              <a:rPr lang="en-US" sz="2400" dirty="0"/>
              <a:t>   </a:t>
            </a:r>
            <a:r>
              <a:rPr lang="en-US" sz="2400" dirty="0" err="1"/>
              <a:t>javac</a:t>
            </a:r>
            <a:r>
              <a:rPr lang="en-US" sz="2400" dirty="0"/>
              <a:t> -cp "lib/mysql-connector-java.jar" </a:t>
            </a:r>
            <a:r>
              <a:rPr lang="en-US" sz="2400" dirty="0" err="1"/>
              <a:t>src</a:t>
            </a:r>
            <a:r>
              <a:rPr lang="en-US" sz="2400" dirty="0"/>
              <a:t>/**/*.java</a:t>
            </a:r>
            <a:endParaRPr lang="en-US" sz="2400" dirty="0"/>
          </a:p>
          <a:p>
            <a:r>
              <a:rPr lang="en-US" sz="2400" dirty="0"/>
              <a:t>4. Run:</a:t>
            </a:r>
            <a:endParaRPr lang="en-US" sz="2400" dirty="0"/>
          </a:p>
          <a:p>
            <a:r>
              <a:rPr lang="en-US" sz="2400" dirty="0"/>
              <a:t>   java -cp "lib/</a:t>
            </a:r>
            <a:r>
              <a:rPr lang="en-US" sz="2400" dirty="0" err="1"/>
              <a:t>mysql-connector-java.jar:src</a:t>
            </a:r>
            <a:r>
              <a:rPr lang="en-US" sz="2400" dirty="0"/>
              <a:t>" </a:t>
            </a:r>
            <a:r>
              <a:rPr lang="en-US" sz="2400" dirty="0" err="1"/>
              <a:t>main.SmartGymManage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Future Enhancements</a:t>
            </a:r>
            <a:br>
              <a:rPr lang="en-US" dirty="0"/>
            </a:br>
            <a:endParaRPr lang="en-US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1550564" y="2050290"/>
            <a:ext cx="8349086" cy="3961593"/>
          </a:xfrm>
        </p:spPr>
        <p:txBody>
          <a:bodyPr>
            <a:normAutofit/>
          </a:bodyPr>
          <a:lstStyle/>
          <a:p>
            <a:r>
              <a:rPr lang="en-US" sz="2800" dirty="0"/>
              <a:t>- Member registration and tracking</a:t>
            </a:r>
            <a:endParaRPr lang="en-US" sz="2800" dirty="0"/>
          </a:p>
          <a:p>
            <a:r>
              <a:rPr lang="en-US" sz="2800" dirty="0"/>
              <a:t>- Payment system</a:t>
            </a:r>
            <a:endParaRPr lang="en-US" sz="2800" dirty="0"/>
          </a:p>
          <a:p>
            <a:r>
              <a:rPr lang="en-US" sz="2800" dirty="0"/>
              <a:t>- Workout scheduling</a:t>
            </a:r>
            <a:endParaRPr lang="en-US" sz="2800" dirty="0"/>
          </a:p>
          <a:p>
            <a:r>
              <a:rPr lang="en-US" sz="2800" dirty="0"/>
              <a:t>- PDF report generation</a:t>
            </a:r>
            <a:endParaRPr lang="en-US" sz="2800" dirty="0"/>
          </a:p>
          <a:p>
            <a:r>
              <a:rPr lang="en-US" sz="2800" dirty="0"/>
              <a:t>- Admin panel</a:t>
            </a:r>
            <a:endParaRPr lang="en-US" sz="2800" dirty="0"/>
          </a:p>
          <a:p>
            <a:r>
              <a:rPr lang="en-US" sz="2800" dirty="0"/>
              <a:t>- Graphical data analysis</a:t>
            </a:r>
            <a:endParaRPr 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8331" y="-80493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1" y="2777921"/>
            <a:ext cx="5715000" cy="2234642"/>
          </a:xfrm>
        </p:spPr>
        <p:txBody>
          <a:bodyPr>
            <a:normAutofit fontScale="25000"/>
          </a:bodyPr>
          <a:lstStyle/>
          <a:p>
            <a:r>
              <a:rPr lang="en-US" sz="9600" dirty="0"/>
              <a:t>Project by:</a:t>
            </a:r>
            <a:endParaRPr lang="en-US" sz="9600" dirty="0"/>
          </a:p>
          <a:p>
            <a:r>
              <a:rPr lang="en-US" sz="9600" dirty="0"/>
              <a:t>Sakshi Jha(24SCSE1180734)</a:t>
            </a:r>
            <a:endParaRPr lang="en-US" sz="9600" dirty="0"/>
          </a:p>
          <a:p>
            <a:r>
              <a:rPr lang="en-US" sz="9600" dirty="0"/>
              <a:t>Abhinav Pal(24SCSE1180726) </a:t>
            </a:r>
            <a:endParaRPr lang="en-US" sz="9600" dirty="0"/>
          </a:p>
          <a:p>
            <a:r>
              <a:rPr lang="en-US" sz="9600" dirty="0"/>
              <a:t>Chaudhary </a:t>
            </a:r>
            <a:r>
              <a:rPr lang="en-US" sz="9600" dirty="0" err="1"/>
              <a:t>Harshvardan(24SCSE1180567)</a:t>
            </a:r>
            <a:endParaRPr lang="en-US" sz="9600" dirty="0" err="1"/>
          </a:p>
          <a:p>
            <a:endParaRPr lang="en-US" sz="9600" dirty="0"/>
          </a:p>
          <a:p>
            <a:r>
              <a:rPr lang="en-US" sz="9600" dirty="0"/>
              <a:t>GitHub: </a:t>
            </a:r>
            <a:r>
              <a:rPr lang="en-US" sz="9600" dirty="0">
                <a:hlinkClick r:id="rId1"/>
              </a:rPr>
              <a:t>sakshi.24scse1180734@galgotiasuniversity.ac.in</a:t>
            </a:r>
            <a:endParaRPr lang="en-US" sz="9600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/>
</ds:datastoreItem>
</file>

<file path=customXml/itemProps2.xml><?xml version="1.0" encoding="utf-8"?>
<ds:datastoreItem xmlns:ds="http://schemas.openxmlformats.org/officeDocument/2006/customXml" ds:itemID="{16DBB56F-4362-4386-A1A1-3DF898896616}">
  <ds:schemaRefs/>
</ds:datastoreItem>
</file>

<file path=customXml/itemProps3.xml><?xml version="1.0" encoding="utf-8"?>
<ds:datastoreItem xmlns:ds="http://schemas.openxmlformats.org/officeDocument/2006/customXml" ds:itemID="{04948363-B267-4BAC-8655-100FBEC280C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{7C704C31-2C68-467D-B9D3-67C697192A47}tf78438558_win32</Template>
  <TotalTime>0</TotalTime>
  <Words>1353</Words>
  <Application>WPS Presentation</Application>
  <PresentationFormat>Widescreen</PresentationFormat>
  <Paragraphs>94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Sabon Next LT</vt:lpstr>
      <vt:lpstr>Segoe Print</vt:lpstr>
      <vt:lpstr>Arial Black</vt:lpstr>
      <vt:lpstr>Microsoft YaHei</vt:lpstr>
      <vt:lpstr>Arial Unicode MS</vt:lpstr>
      <vt:lpstr>Calibri</vt:lpstr>
      <vt:lpstr>Custom</vt:lpstr>
      <vt:lpstr>Smart gym manager </vt:lpstr>
      <vt:lpstr>Project Overview </vt:lpstr>
      <vt:lpstr> TECHNOLOGY USED  </vt:lpstr>
      <vt:lpstr>Project Folder Structure </vt:lpstr>
      <vt:lpstr>MySQL Database Setup </vt:lpstr>
      <vt:lpstr>Login UI Snapshot </vt:lpstr>
      <vt:lpstr>How to Compile and Run </vt:lpstr>
      <vt:lpstr>Future Enhancements </vt:lpstr>
      <vt:lpstr>Thank 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Jha</dc:creator>
  <cp:lastModifiedBy>Sakshi Jha</cp:lastModifiedBy>
  <cp:revision>3</cp:revision>
  <dcterms:created xsi:type="dcterms:W3CDTF">2025-05-25T17:07:00Z</dcterms:created>
  <dcterms:modified xsi:type="dcterms:W3CDTF">2025-05-25T18:23:08Z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ECF228032913462185B17AB7F15D7498_13</vt:lpwstr>
  </property>
  <property fmtid="{D5CDD505-2E9C-101B-9397-08002B2CF9AE}" pid="4" name="KSOProductBuildVer">
    <vt:lpwstr>1033-12.2.0.21179</vt:lpwstr>
  </property>
</Properties>
</file>